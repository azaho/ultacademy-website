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EB Garamond"/>
      <p:regular r:id="rId9"/>
      <p:bold r:id="rId10"/>
      <p:italic r:id="rId11"/>
      <p:boldItalic r:id="rId12"/>
    </p:embeddedFont>
    <p:embeddedFont>
      <p:font typeface="Alfa Slab One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EBGaramond-italic.fntdata"/><Relationship Id="rId10" Type="http://schemas.openxmlformats.org/officeDocument/2006/relationships/font" Target="fonts/EBGaramond-bold.fntdata"/><Relationship Id="rId13" Type="http://schemas.openxmlformats.org/officeDocument/2006/relationships/font" Target="fonts/AlfaSlabOne-regular.fntdata"/><Relationship Id="rId12" Type="http://schemas.openxmlformats.org/officeDocument/2006/relationships/font" Target="fonts/EBGaramon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EBGaramon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75fdfbf1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75fdfbf1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75fdfbf13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75fdfbf13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000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6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Biotechnology, Day 2</a:t>
            </a:r>
            <a:endParaRPr b="1" sz="66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41384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rPr>
              <a:t>Graham Guite</a:t>
            </a:r>
            <a:endParaRPr>
              <a:solidFill>
                <a:schemeClr val="lt1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172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  <a:latin typeface="Alfa Slab One"/>
                <a:ea typeface="Alfa Slab One"/>
                <a:cs typeface="Alfa Slab One"/>
                <a:sym typeface="Alfa Slab One"/>
              </a:rPr>
              <a:t>KAHOOT QUIZ</a:t>
            </a:r>
            <a:endParaRPr sz="5000">
              <a:solidFill>
                <a:schemeClr val="lt1"/>
              </a:solidFill>
              <a:latin typeface="Alfa Slab One"/>
              <a:ea typeface="Alfa Slab One"/>
              <a:cs typeface="Alfa Slab One"/>
              <a:sym typeface="Alfa Slab On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